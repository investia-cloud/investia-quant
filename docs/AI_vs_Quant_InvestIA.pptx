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182880"/>
            <a:ext cx="292608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0" b="1" dirty="0">
                <a:solidFill>
                  <a:srgbClr val="CADCFC">
                    <a:alpha val="15000"/>
                  </a:srgbClr>
                </a:solidFill>
              </a:rPr>
              <a:t>?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CADCFC">
              <a:alpha val="8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DOMANDA DEL CLIENTE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5943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Perché usare portafogli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rotazionali o sistemi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di trading validati…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5943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CADCFC"/>
                </a:solidFill>
              </a:rPr>
              <a:t>…quando potrei chiedere</a:t>
            </a:r>
            <a:endParaRPr lang="en-US" sz="2800" dirty="0"/>
          </a:p>
          <a:p>
            <a:pPr algn="l" indent="0" marL="0">
              <a:buNone/>
            </a:pPr>
            <a:r>
              <a:rPr lang="en-US" sz="2800" i="1" dirty="0">
                <a:solidFill>
                  <a:srgbClr val="CADCFC"/>
                </a:solidFill>
              </a:rPr>
              <a:t>all'AI di suggerirmi</a:t>
            </a:r>
            <a:endParaRPr lang="en-US" sz="2800" dirty="0"/>
          </a:p>
          <a:p>
            <a:pPr algn="l" indent="0" marL="0">
              <a:buNone/>
            </a:pPr>
            <a:r>
              <a:rPr lang="en-US" sz="2800" i="1" dirty="0">
                <a:solidFill>
                  <a:srgbClr val="CADCFC"/>
                </a:solidFill>
              </a:rPr>
              <a:t>i migliori 3 titoli?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ADCFC">
                    <a:alpha val="60000"/>
                  </a:srgbClr>
                </a:solidFill>
              </a:rPr>
              <a:t>Invest IA — Nota metodologica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Perché la validazione quantitativa è insostituibile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La risposta in 4 punti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84632" y="1307592"/>
            <a:ext cx="420624" cy="420624"/>
          </a:xfrm>
          <a:prstGeom prst="ellipse">
            <a:avLst/>
          </a:prstGeom>
          <a:solidFill>
            <a:srgbClr val="C0392B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84632" y="1307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78408" y="130759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L'AI non conosce il futuro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" y="1764792"/>
            <a:ext cx="378561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Un modello linguistico è addestrato su dati storici — ha già "visto" i vincitori del passato. I suoi suggerimenti incorporano survivorship bias e look-ahead bias, due nemici silenziosi di qualsiasi backtest.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73752" y="1307592"/>
            <a:ext cx="420624" cy="420624"/>
          </a:xfrm>
          <a:prstGeom prst="ellipse">
            <a:avLst/>
          </a:prstGeom>
          <a:solidFill>
            <a:srgbClr val="1A7A4A">
              <a:alpha val="8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07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67528" y="130759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I nostri PTF sono validati OOS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73752" y="1764792"/>
            <a:ext cx="378561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WFO, OFC, DSR e Monte Carlo verificano che la performance sia robusta su dati mai visti in fase di ottimizzazione. Un LLM non supera nessuno di questi test perché non può essere testato.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01752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" y="3182112"/>
            <a:ext cx="420624" cy="420624"/>
          </a:xfrm>
          <a:prstGeom prst="ellipse">
            <a:avLst/>
          </a:prstGeom>
          <a:solidFill>
            <a:srgbClr val="C0392B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" y="3182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✗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Le narrative sono già prezzate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" y="3639312"/>
            <a:ext cx="378561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Quando un LLM dice "NVDA è forte nell'AI", il mercato lo sa già. Il momentum quantitativo misura ciò che il mercato sta effettivamente premiando — non ciò che viene raccontato.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301752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73752" y="3182112"/>
            <a:ext cx="420624" cy="420624"/>
          </a:xfrm>
          <a:prstGeom prst="ellipse">
            <a:avLst/>
          </a:prstGeom>
          <a:solidFill>
            <a:srgbClr val="1A7A4A">
              <a:alpha val="8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873752" y="3182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67528" y="31821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Criterio oggettivo di promozione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639312"/>
            <a:ext cx="378561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Un trading system viene inserito in portafoglio solo se supera 5 criteri simultanei: OFC, DSR ≥ 0.95, MC 2/3, Total Return &gt; B&amp;H, MaxDD &lt; B&amp;H. Un'opinione non ha criteri.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Invest IA — I portafogli sono sistemi validati statisticamente, non opinioni.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vs Selezione Quantitativa</dc:title>
  <dc:subject>PptxGenJS Presentation</dc:subject>
  <dc:creator>PptxGenJS</dc:creator>
  <cp:lastModifiedBy>PptxGenJS</cp:lastModifiedBy>
  <cp:revision>1</cp:revision>
  <dcterms:created xsi:type="dcterms:W3CDTF">2026-06-14T20:57:41Z</dcterms:created>
  <dcterms:modified xsi:type="dcterms:W3CDTF">2026-06-14T20:57:41Z</dcterms:modified>
</cp:coreProperties>
</file>